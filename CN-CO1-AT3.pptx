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2"/>
    <p:sldId id="273" r:id="rId23"/>
    <p:sldId id="274" r:id="rId24"/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6" r:id="rId13"/>
    <p:sldId id="267" r:id="rId14"/>
    <p:sldId id="268" r:id="rId15"/>
    <p:sldId id="270" r:id="rId16"/>
    <p:sldId id="27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84875-EA11-E4E3-48FF-62866C030B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2F893C-F38F-6DDC-5047-104460888B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E4AFF-F5D2-9F84-743E-222FD1F3D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B67DC-7C9E-4F5B-B7AE-CBF3E25435B7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B9C0F-8E55-19E3-633A-BD08EF1B2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007EF-A1F4-7818-B5AF-EA223812D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7F921-6BC5-4A2E-8616-FCFC5F823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6027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85677-27F8-E7F9-39C6-BFAD84615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A26F0-AAFD-964B-A017-81C84161D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3A229-EBED-4410-E2AB-00F99C033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B67DC-7C9E-4F5B-B7AE-CBF3E25435B7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DD627-E870-BE35-ED16-EE714662A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943A6-965C-57D9-878F-BD0024E46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7F921-6BC5-4A2E-8616-FCFC5F823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9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C0F5B-4DFF-E7C0-0EFA-1CCC2F23B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A727D-EA75-C548-3852-9414995F3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26975-1F74-05C3-04B0-30E7F51C2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B67DC-7C9E-4F5B-B7AE-CBF3E25435B7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42779-BFFA-D417-AC0D-E462885B8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8EB04-1B15-A98F-6467-3713698D4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7F921-6BC5-4A2E-8616-FCFC5F823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07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3114D-B893-32F2-CD59-6BD7805E2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739A-344B-3527-56FB-FA14A214BF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E16B7-E728-CE68-C746-0DBEC91802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FBFFE3-3390-1717-7EFB-AA2A52CA2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B67DC-7C9E-4F5B-B7AE-CBF3E25435B7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25D42-EB37-57E5-DADC-523BF2F86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A00E26-45F1-01F3-A9FC-FF1DFFA89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7F921-6BC5-4A2E-8616-FCFC5F823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47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D0BCA-7A4A-2548-AA27-CFADFD7FE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9E31DE-3F84-B6B0-02AA-D4B7DC3F5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7ACD9B-5A4B-0B5B-4A10-BCAB043BF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895BEE-9AC1-AD00-7238-463A65B937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3BD272-53F8-96A3-EC29-C19022DE30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DBD074-4BB3-9130-7DC7-881FE62B2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B67DC-7C9E-4F5B-B7AE-CBF3E25435B7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0F6946-FB73-AF88-C51D-77B69F550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81C8F3-FCDB-D2E1-78D7-F5C32FB4D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7F921-6BC5-4A2E-8616-FCFC5F823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324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16E3E-7FF5-2934-84BF-707930B1C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59C37A-F8B6-0E93-9E42-7760ADD52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B67DC-7C9E-4F5B-B7AE-CBF3E25435B7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413356-A74F-DF7E-4EBA-C3CD2D5BA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FFAC5F-28D8-A931-945F-F3609C07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7F921-6BC5-4A2E-8616-FCFC5F823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991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4A08E2-0049-61D6-44D3-2065930CF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B67DC-7C9E-4F5B-B7AE-CBF3E25435B7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E9CDAB-E1F6-1938-9390-F120C35E9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B484B-6EBA-9DAC-2825-2C2203D33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7F921-6BC5-4A2E-8616-FCFC5F823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8539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E5850-A5C2-20B4-7279-767992F9F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F11EC-11E9-1DDF-429D-BFE24FE1B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DD1FA1-5532-0B10-07E4-82305312C9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AB275-A08F-9E86-4910-698536F8A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B67DC-7C9E-4F5B-B7AE-CBF3E25435B7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93850-020E-900F-CCC3-74D774C9C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A247B0-72DB-E9F9-608F-03C02FFAE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7F921-6BC5-4A2E-8616-FCFC5F823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6470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D2035-3E52-D118-FF32-C66DC1337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0F9762-4AC7-115C-6029-1DE59C8C9B9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E49288-0838-4624-EEA9-0F69A8A1D8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D1A154-21CE-DBD6-865A-849ABCBCF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B67DC-7C9E-4F5B-B7AE-CBF3E25435B7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CBFB84-8880-2A7F-09A5-48BE7021C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D89A53-F0A8-2238-1377-6AE0E26AF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7F921-6BC5-4A2E-8616-FCFC5F823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144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3234D-A81B-3FD3-2353-88F0D1FA0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268346-BF1C-43F8-4272-53EA9F69C4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58308-F16D-DA7D-C5B3-1442D5A14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B67DC-7C9E-4F5B-B7AE-CBF3E25435B7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03969-DDC3-66F5-43B8-D01B8F470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C73B5-CF00-FEB0-350C-B06D83931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7F921-6BC5-4A2E-8616-FCFC5F823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0170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EC1C2E-BD35-5B02-7D69-D9669E83FF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5FC7FD-13B6-2CEA-4812-132226848A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72C87-C9D8-5B05-3520-718BF8843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B67DC-7C9E-4F5B-B7AE-CBF3E25435B7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330359-B975-3884-14CC-3CA4760BB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C60B2-1883-902E-5439-FC2B7F5E2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7F921-6BC5-4A2E-8616-FCFC5F823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46578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25A799-92B3-DBC7-4CED-170832A87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37D50-F2FC-4300-9929-41AD0AB6E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D1E4A-B9BD-24C8-9B7A-8E34793305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CB67DC-7C9E-4F5B-B7AE-CBF3E25435B7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FAC7F-2F73-0369-ABC6-5BA84C2FDC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8CF90-64DA-6A13-835B-6662AEAA95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97F921-6BC5-4A2E-8616-FCFC5F823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924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3222AC-5ACE-A18F-A4D4-4AF9C574F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548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C709C0A-A806-443A-1BC6-32C633560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05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646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22A5BA-902B-3F2E-EF65-7020878A3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1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052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361378-407B-C2AD-8E41-7B4C1D2AC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742" y="0"/>
            <a:ext cx="12339484" cy="771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961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F13200-F8C5-11B4-C260-756B92281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98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3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F567B0A-BE47-4417-7952-EA60BBD2C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59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603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6FA7D7-C30A-F8D4-C542-F7E702A0F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880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FBD845-C9FB-413E-A895-C5DA0C221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2810"/>
            <a:ext cx="12192000" cy="683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680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7BB77B-8E06-994F-109A-A030CEC60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88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566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B9D0AA-89CA-2D34-B87A-65F48DBB4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235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D5EB69-5D2A-2C24-478F-2B0298BBD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3574" y="0"/>
            <a:ext cx="122755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857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5D26208-0CE6-85EE-19A9-0F9855CB9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58"/>
            <a:ext cx="12192000" cy="682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360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654CB43-1CA7-7D0D-8FD9-D077C496A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6591" y="0"/>
            <a:ext cx="122785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8375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3E0EF8-5E4F-7B44-FF2E-9658B0469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852" y="0"/>
            <a:ext cx="12218852" cy="677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226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A4B45EA-6583-ABF7-7F56-9DBA936E4A44}"/>
              </a:ext>
            </a:extLst>
          </p:cNvPr>
          <p:cNvSpPr/>
          <p:nvPr/>
        </p:nvSpPr>
        <p:spPr>
          <a:xfrm>
            <a:off x="5417574" y="5948517"/>
            <a:ext cx="3608439" cy="1868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5DE324-278B-5AEE-5524-E2F0D5A81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5969"/>
            <a:ext cx="12192000" cy="688396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349A19-1C8D-D244-2922-7A61BA525492}"/>
              </a:ext>
            </a:extLst>
          </p:cNvPr>
          <p:cNvSpPr/>
          <p:nvPr/>
        </p:nvSpPr>
        <p:spPr>
          <a:xfrm>
            <a:off x="5801032" y="609600"/>
            <a:ext cx="2300749" cy="3146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3CB9BD-0ABB-D110-76A2-F9BFAADC3EC6}"/>
              </a:ext>
            </a:extLst>
          </p:cNvPr>
          <p:cNvSpPr txBox="1"/>
          <p:nvPr/>
        </p:nvSpPr>
        <p:spPr>
          <a:xfrm>
            <a:off x="211393" y="5837593"/>
            <a:ext cx="11769213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IN" sz="3200" b="1" dirty="0">
                <a:ln/>
                <a:solidFill>
                  <a:srgbClr val="0070C0"/>
                </a:solidFill>
              </a:rPr>
              <a:t>Thank You 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6C52F7-F6E4-B91A-BF73-4DDB4A5D4DF4}"/>
              </a:ext>
            </a:extLst>
          </p:cNvPr>
          <p:cNvSpPr txBox="1"/>
          <p:nvPr/>
        </p:nvSpPr>
        <p:spPr>
          <a:xfrm>
            <a:off x="3657596" y="554900"/>
            <a:ext cx="476864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70C0"/>
                </a:solidFill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052485714"/>
      </p:ext>
    </p:extLst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a67efd8-da6f-46e8-976c-4450b367c90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AT3 Page 1" descr="AT3 page 1 - front page: SIMATS Engineering Assessment Tool 3, Technical Presentation, signed, total 25/30"/>
          <p:cNvPicPr>
            <a:picLocks noChangeAspect="1"/>
          </p:cNvPicPr>
          <p:nvPr/>
        </p:nvPicPr>
        <p:blipFill>
          <a:blip r:embed="rId2"/>
          <a:srcRect b="14000"/>
          <a:stretch>
            <a:fillRect/>
          </a:stretch>
        </p:blipFill>
        <p:spPr>
          <a:xfrm>
            <a:off x="3278435" y="0"/>
            <a:ext cx="563512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AT3 Page 2" descr="AT3 page 2 - Technical presentation questions and rubrics for calculation"/>
          <p:cNvPicPr>
            <a:picLocks noChangeAspect="1"/>
          </p:cNvPicPr>
          <p:nvPr/>
        </p:nvPicPr>
        <p:blipFill>
          <a:blip r:embed="rId2"/>
          <a:srcRect b="7000"/>
          <a:stretch>
            <a:fillRect/>
          </a:stretch>
        </p:blipFill>
        <p:spPr>
          <a:xfrm>
            <a:off x="3490510" y="0"/>
            <a:ext cx="52109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AT3 Page 3" descr="AT3 page 3 - rubrics table continued (Documentation row)"/>
          <p:cNvPicPr>
            <a:picLocks noChangeAspect="1"/>
          </p:cNvPicPr>
          <p:nvPr/>
        </p:nvPicPr>
        <p:blipFill>
          <a:blip r:embed="rId2"/>
          <a:srcRect b="68000"/>
          <a:stretch>
            <a:fillRect/>
          </a:stretch>
        </p:blipFill>
        <p:spPr>
          <a:xfrm>
            <a:off x="0" y="668485"/>
            <a:ext cx="12192000" cy="55210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bhavi Harish</dc:creator>
  <cp:lastModifiedBy>bhavi Harish</cp:lastModifiedBy>
  <cp:revision>1</cp:revision>
  <dcterms:created xsi:type="dcterms:W3CDTF">2026-10-19T15:07:10Z</dcterms:created>
  <dcterms:modified xsi:type="dcterms:W3CDTF">2026-10-19T15:07:44Z</dcterms:modified>
</cp:coreProperties>
</file>